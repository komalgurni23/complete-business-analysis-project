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Customer Churn Analysis Using Business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Analysis Capstone Project</a:t>
            </a:r>
          </a:p>
          <a:p>
            <a:r>
              <a:t>Prepared by: Komal Gurnani</a:t>
            </a:r>
          </a:p>
          <a:p>
            <a:r>
              <a:t>MCA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Customer churn reduces revenue</a:t>
            </a:r>
          </a:p>
          <a:p>
            <a:pPr>
              <a:defRPr sz="2000"/>
            </a:pPr>
            <a:r>
              <a:t>• Retaining customers is more cost-effective</a:t>
            </a:r>
          </a:p>
          <a:p>
            <a:pPr>
              <a:defRPr sz="2000"/>
            </a:pPr>
            <a:r>
              <a:t>• Need data-driven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Analyze customer behavior</a:t>
            </a:r>
          </a:p>
          <a:p>
            <a:pPr>
              <a:defRPr sz="2000"/>
            </a:pPr>
            <a:r>
              <a:t>• Identify churn patterns</a:t>
            </a:r>
          </a:p>
          <a:p>
            <a:pPr>
              <a:defRPr sz="2000"/>
            </a:pPr>
            <a:r>
              <a:t>• Apply statistical analysis</a:t>
            </a:r>
          </a:p>
          <a:p>
            <a:pPr>
              <a:defRPr sz="2000"/>
            </a:pPr>
            <a:r>
              <a:t>• Recommend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500+ customer records</a:t>
            </a:r>
          </a:p>
          <a:p>
            <a:pPr>
              <a:defRPr sz="2000"/>
            </a:pPr>
            <a:r>
              <a:t>• 9 variables</a:t>
            </a:r>
          </a:p>
          <a:p>
            <a:pPr>
              <a:defRPr sz="2000"/>
            </a:pPr>
            <a:r>
              <a:t>• CSV format</a:t>
            </a:r>
          </a:p>
          <a:p>
            <a:pPr>
              <a:defRPr sz="2000"/>
            </a:pPr>
            <a:r>
              <a:t>• Cleaned using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Raw Data → Cleaning → EDA → Statistics → T-Test →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Insert screenshots of:</a:t>
            </a:r>
          </a:p>
          <a:p>
            <a:pPr>
              <a:defRPr sz="2000"/>
            </a:pPr>
            <a:r>
              <a:t>• Churn Count</a:t>
            </a:r>
          </a:p>
          <a:p>
            <a:pPr>
              <a:defRPr sz="2000"/>
            </a:pPr>
            <a:r>
              <a:t>• Contract Distribution</a:t>
            </a:r>
          </a:p>
          <a:p>
            <a:pPr>
              <a:defRPr sz="2000"/>
            </a:pPr>
            <a:r>
              <a:t>• Payment Method</a:t>
            </a:r>
          </a:p>
          <a:p>
            <a:pPr>
              <a:defRPr sz="2000"/>
            </a:pPr>
            <a:r>
              <a:t>• Histograms</a:t>
            </a:r>
          </a:p>
          <a:p>
            <a:pPr>
              <a:defRPr sz="2000"/>
            </a:pPr>
            <a:r>
              <a:t>• Correlation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Month-to-Month contracts show higher churn</a:t>
            </a:r>
          </a:p>
          <a:p>
            <a:pPr>
              <a:defRPr sz="2000"/>
            </a:pPr>
            <a:r>
              <a:t>• Higher monthly charges linked to churn</a:t>
            </a:r>
          </a:p>
          <a:p>
            <a:pPr>
              <a:defRPr sz="2000"/>
            </a:pPr>
            <a:r>
              <a:t>• Long-term customers generate higher value</a:t>
            </a:r>
          </a:p>
          <a:p>
            <a:pPr>
              <a:defRPr sz="2000"/>
            </a:pPr>
            <a:r>
              <a:t>• Paperless billing widely adopted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Descriptive Statistics</a:t>
            </a:r>
          </a:p>
          <a:p>
            <a:pPr>
              <a:defRPr sz="2000"/>
            </a:pPr>
            <a:r>
              <a:t>• Correlation Analysis</a:t>
            </a:r>
          </a:p>
          <a:p>
            <a:pPr>
              <a:defRPr sz="2000"/>
            </a:pPr>
            <a:r>
              <a:t>• Independent Samples T-Test</a:t>
            </a:r>
          </a:p>
          <a:p>
            <a:pPr>
              <a:defRPr sz="2000"/>
            </a:pPr>
            <a:r>
              <a:t>• Significant relationship observed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Customer Retention ↑</a:t>
            </a:r>
          </a:p>
          <a:p>
            <a:pPr>
              <a:defRPr sz="2000"/>
            </a:pPr>
            <a:r>
              <a:t>Revenue ↑</a:t>
            </a:r>
          </a:p>
          <a:p>
            <a:pPr>
              <a:defRPr sz="2000"/>
            </a:pPr>
            <a:r>
              <a:t>Churn Rate ↓</a:t>
            </a:r>
          </a:p>
          <a:p>
            <a:pPr>
              <a:defRPr sz="2000"/>
            </a:pPr>
            <a:r>
              <a:t>Customer Satisfaction ↑</a:t>
            </a:r>
          </a:p>
          <a:p>
            <a:pPr>
              <a:defRPr sz="2000"/>
            </a:pPr>
            <a:r>
              <a:t>Customer Lifetime Value 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Promote long-term contracts</a:t>
            </a:r>
          </a:p>
          <a:p>
            <a:pPr>
              <a:defRPr sz="2000"/>
            </a:pPr>
            <a:r>
              <a:t>• Loyalty programs</a:t>
            </a:r>
          </a:p>
          <a:p>
            <a:pPr>
              <a:defRPr sz="2000"/>
            </a:pPr>
            <a:r>
              <a:t>• Personalized offers</a:t>
            </a:r>
          </a:p>
          <a:p>
            <a:pPr>
              <a:defRPr sz="2000"/>
            </a:pPr>
            <a:r>
              <a:t>• Better customer support</a:t>
            </a:r>
          </a:p>
          <a:p>
            <a:pPr>
              <a:defRPr sz="2000"/>
            </a:pPr>
            <a:r>
              <a:t>• Encourage digital payments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Month 1: Identify high-risk customers</a:t>
            </a:r>
          </a:p>
          <a:p>
            <a:pPr>
              <a:defRPr sz="2000"/>
            </a:pPr>
            <a:r>
              <a:t>Month 2: Retention campaign</a:t>
            </a:r>
          </a:p>
          <a:p>
            <a:pPr>
              <a:defRPr sz="2000"/>
            </a:pPr>
            <a:r>
              <a:t>Month 3: Improve support</a:t>
            </a:r>
          </a:p>
          <a:p>
            <a:pPr>
              <a:defRPr sz="2000"/>
            </a:pPr>
            <a:r>
              <a:t>Month 4: Evaluate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78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Analytics supports better decisions</a:t>
            </a:r>
          </a:p>
          <a:p>
            <a:pPr>
              <a:defRPr sz="2000"/>
            </a:pPr>
            <a:r>
              <a:t>• Reduce churn through targeted actions</a:t>
            </a:r>
          </a:p>
          <a:p>
            <a:pPr>
              <a:defRPr sz="2000"/>
            </a:pPr>
            <a:r>
              <a:t>• Thank You!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743200" cy="320040"/>
          </a:xfrm>
          <a:prstGeom prst="roundRect">
            <a:avLst/>
          </a:prstGeom>
          <a:solidFill>
            <a:srgbClr val="1E5AB4"/>
          </a:solidFill>
          <a:ln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Business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00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Business Analysis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